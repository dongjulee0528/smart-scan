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46120"/>
            <a:ext cx="9144000" cy="1901952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7627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2783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두고간 물건을 알려주는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Smart-Scan Hub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UHF RFID 기반 노터치 소지품 자동 체크 시스템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5조  |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김준표  박준영  이동주  임재영  황찬영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 |  IoT 융합 프로젝트  1차 발표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역할 분담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9264" y="1847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9264" y="2615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438912" cy="4389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3383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&amp; 마일스톤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96512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9264" y="41513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 / 네트워크 구성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024128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24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04104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파이프라인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792224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04104" y="1847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스키마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2560320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04104" y="2615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구성 / UI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3328416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04104" y="3383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구성 / 챗봇 구현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4096512"/>
            <a:ext cx="43891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04104" y="41513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결과물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역할 분담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Responsibilities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115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황찬영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" y="1444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+ Lambda + 인프라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16824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설정 / DB 스키마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4개 / Terraform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/ Raspberry Pi RFID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43200"/>
            <a:ext cx="411480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8529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" y="3182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" y="34198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(Render)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로직 (CRUD)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가족관리 / 대시보드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411480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05840"/>
            <a:ext cx="41148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1115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임재영 / 김준표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28616" y="1444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28616" y="16824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웹사이트 (HTML/CSS/JS)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supabase-js 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+ CloudFront 배포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743200"/>
            <a:ext cx="411480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743200"/>
            <a:ext cx="411480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28529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28616" y="3182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4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챗봇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28616" y="34198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오픈빌더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 시나리오 설계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chatbot 연동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53128"/>
            <a:ext cx="84124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방식: 주 2회 온라인 Discord 미팅  +  GitHub PR 코드 리뷰  +  Notion 문서 공유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스케줄 &amp; 마일스톤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15주차  |  2026.03.02 ~ 2026.06.14  |  1차 발표: 7주차  |  최종 발표: 15주차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850392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단계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0058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마일스톤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83664" y="1005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주차/기간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99816" y="10058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주요 작업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39128" y="100584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상태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298448"/>
            <a:ext cx="8503920" cy="39593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298448"/>
            <a:ext cx="36576" cy="395935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98448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M1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3816" y="1298448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기획 &amp; 설계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1298448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1~3주 / 3/2~3/22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90672" y="1298448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팀 구성, 아키텍처 설계, DB 스키마, 역할 분담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29984" y="1298448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✅ 완료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695298"/>
            <a:ext cx="8503920" cy="39593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695298"/>
            <a:ext cx="36576" cy="395935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695298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M2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3816" y="1695298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인프라 &amp; 백엔드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1695298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4~5주 / 3/23~4/5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90672" y="1695298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Supabase, Lambda 4개, FastAPI 9개 API, CI/CD, 챗봇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29984" y="1695298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✅ 완료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092147"/>
            <a:ext cx="8503920" cy="39593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092147"/>
            <a:ext cx="36576" cy="395935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092147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M3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3816" y="2092147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프론트엔드 착수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74520" y="2092147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6주 / 4/6~4/12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90672" y="2092147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웹 UI 구현 시작, S3+CloudFront 배포 구성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29984" y="2092147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🔄 진행중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488997"/>
            <a:ext cx="8503920" cy="395935"/>
          </a:xfrm>
          <a:prstGeom prst="rect">
            <a:avLst/>
          </a:prstGeom>
          <a:solidFill>
            <a:srgbClr val="13080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488997"/>
            <a:ext cx="36576" cy="395935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488997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</a:rPr>
              <a:t>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" y="2488997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1차 발표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74520" y="2488997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7주 / 4/13~4/19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090672" y="2488997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프로젝트 기획 &amp; 설계 발표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29984" y="2488997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⏳ 예정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2885846"/>
            <a:ext cx="8503920" cy="39593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885846"/>
            <a:ext cx="36576" cy="395935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885846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⏸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" y="2885846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중간고사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74520" y="2885846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8주 / 4/20~4/26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90672" y="2885846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중간고사 기간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29984" y="2885846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282696"/>
            <a:ext cx="8503920" cy="39593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282696"/>
            <a:ext cx="36576" cy="395935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282696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8E5"/>
                </a:solidFill>
              </a:rPr>
              <a:t>M4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3816" y="3282696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프론트 완성 + HW 연결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874520" y="3282696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9~10주 / 4/27~5/10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090672" y="3282696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웹 UI 완성, 장비 도착 후 Pi + RFID 리더기 물리 연결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29984" y="3282696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⏳ 예정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679546"/>
            <a:ext cx="8503920" cy="39593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679546"/>
            <a:ext cx="36576" cy="395935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679546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8E5"/>
                </a:solidFill>
              </a:rPr>
              <a:t>M5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13816" y="3679546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RFID 실제 동작 테스트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874520" y="3679546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11~12주 / 5/11~5/24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090672" y="3679546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RFID 실제 통신 테스트, 스캔→Lambda→이메일 전체 흐름 검증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729984" y="3679546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⏳ 예정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4076395"/>
            <a:ext cx="8503920" cy="39593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4076395"/>
            <a:ext cx="36576" cy="395935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076395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8E5"/>
                </a:solidFill>
              </a:rPr>
              <a:t>M6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3816" y="4076395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최종 점검 &amp; 데모 준비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874520" y="4076395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13~14주 / 5/25~6/7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090672" y="4076395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전체 통합 테스트, 버그 수정, 발표자료 제작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729984" y="4076395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⏳ 예정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4473245"/>
            <a:ext cx="8503920" cy="395935"/>
          </a:xfrm>
          <a:prstGeom prst="rect">
            <a:avLst/>
          </a:prstGeom>
          <a:solidFill>
            <a:srgbClr val="13080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" y="4473245"/>
            <a:ext cx="36576" cy="395935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473245"/>
            <a:ext cx="42062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350"/>
                </a:solidFill>
              </a:rPr>
              <a:t>🏁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13816" y="4473245"/>
            <a:ext cx="104241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최종 발표 (2차)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874520" y="4473245"/>
            <a:ext cx="1197864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15주 / 6/8~6/14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090672" y="4473245"/>
            <a:ext cx="363016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최종 발표 및 실제 RFID 시연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729984" y="4473245"/>
            <a:ext cx="1179576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⏳ 예정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 / 네트워크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SmartScan Hub — 3-Zone Network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8503920" cy="3913632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2286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0363D"/>
                </a:solidFill>
              </a:rPr>
              <a:t>[ 이미지 삽입 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카카오톡으로 전송한  SmartScan Hub — 네트워크 구성도  이미지를 여기에 삽입하세요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— 깃허브 액션 파이프라인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브랜치 push 시 3개 대상 자동 배포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8503920" cy="3913632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22860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0363D"/>
                </a:solidFill>
              </a:rPr>
              <a:t>[ 이미지 삽입 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카카오톡으로 전송한  CI/CD 파이프라인 다이어그램  이미지를 여기에 삽입하세요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스키마 (Supabase PostgreSQL)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테이블  |  RLS 적용  |  복합 인덱스 4개  |  View + RPC 함수 포함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36576" cy="76809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0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`profiles`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id(UUID,PK), name, email, phone, age, role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프로필 (Supabase Auth 연동)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37944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37944"/>
            <a:ext cx="36576" cy="76809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`families`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1305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owner_id(FK→profiles), name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11480" y="236829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그룹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51760"/>
            <a:ext cx="36576" cy="76809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`family_members`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9443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family_id, profile_id, name, phone, email, role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11480" y="318211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구성원 (Owner 관리)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65576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65576"/>
            <a:ext cx="36576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`devices`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758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serial_number, family_id, name, is_active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11480" y="399592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리더기 기기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279392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279392"/>
            <a:ext cx="36576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`items`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5720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member_id(FK→family_members), name, is_required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11480" y="480974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소지품 (구성원별 개인 소유)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1024128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1024128"/>
            <a:ext cx="36576" cy="76809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060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`tags`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131673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tag_uid, item_id, device_id, label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892040" y="155448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태그 (소지품에 부착)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1837944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1837944"/>
            <a:ext cx="36576" cy="76809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`scan_logs`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21305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device_id, tag_uid, rssi, scanned_at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892040" y="236829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스캔 이력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2651760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651760"/>
            <a:ext cx="36576" cy="76809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`notifications`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29443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member_id, type, title, message, is_read, sent_via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892040" y="318211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기록 (누락/원격/시스템)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3465576"/>
            <a:ext cx="4206240" cy="76809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465576"/>
            <a:ext cx="36576" cy="76809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`kakao_links`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3758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kakao_user_id(PK), member_id(FK), device_id(FK)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892040" y="399592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챗봇 연동 (ID ↔ 구성원)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구성 / 로직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JavaScript  +  supabase-js  |  S3 + CloudFront 정적 호스팅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840480" cy="38953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구현 페이지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26464"/>
            <a:ext cx="35661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26464"/>
            <a:ext cx="36576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44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/ 로그인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673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이메일 인증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5661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36576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84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구성원 관리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Owner/Member 역할 기반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35661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05456"/>
            <a:ext cx="36576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23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소지품 + 태그 관리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2752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구성원별 개인 소지품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44952"/>
            <a:ext cx="35661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44952"/>
            <a:ext cx="36576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632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등록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3291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시리얼 넘버 입력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35661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84448"/>
            <a:ext cx="36576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6027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대시보드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38313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WebSocket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23944"/>
            <a:ext cx="35661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23944"/>
            <a:ext cx="36576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422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알림 발송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4370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→ 자녀 직접 알림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1005840"/>
            <a:ext cx="4480560" cy="38953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343400" y="2560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0363D"/>
                </a:solidFill>
              </a:rPr>
              <a:t>[ UI 스크린샷 삽입 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구성 / 챗봇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(Render)  +  AWS Lambda 4개  +  카카오 오픈빌더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1993392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1993392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inbound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스캔 수신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scan_logs INSERT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RPC 누락 체크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outbound 호출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1993392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005840"/>
            <a:ext cx="199339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51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outbound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3258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알림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5727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INSERT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Resend 이메일 발송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1005840"/>
            <a:ext cx="1993392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1005840"/>
            <a:ext cx="1993392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51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remote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13258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알림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5727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구성원에게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알림 발송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005840"/>
            <a:ext cx="1993392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1005840"/>
            <a:ext cx="1993392" cy="5486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051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 chatbot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13258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 응답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15727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Webhook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DB 조회/등록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578608"/>
            <a:ext cx="4160520" cy="2322576"/>
          </a:xfrm>
          <a:prstGeom prst="rect">
            <a:avLst/>
          </a:prstGeom>
          <a:solidFill>
            <a:srgbClr val="161B22"/>
          </a:solidFill>
          <a:ln w="15240">
            <a:solidFill>
              <a:srgbClr val="AB47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578608"/>
            <a:ext cx="4160520" cy="5486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47BC"/>
                </a:solidFill>
              </a:rPr>
              <a:t>카카오 챗봇 구현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" y="29718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 카카오 오픈빌더 Webhook 방식 연동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 버튼형 UI (기기 등록 / 목록 확인 / 물품 추가·삭제 / 기기 해제)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 카카오 ID → kakao_links 테이블로 사용자 매핑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 미연동 사용자 → smartscan-hub.com 안내 메시지 발송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578608"/>
            <a:ext cx="4160520" cy="23225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663440" y="3566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363D"/>
                </a:solidFill>
              </a:rPr>
              <a:t>[ 챗봇 구현 스크린샷 삽입 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결과물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진화 &amp; 사업화 전망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697480" cy="1792224"/>
          </a:xfrm>
          <a:prstGeom prst="rect">
            <a:avLst/>
          </a:prstGeom>
          <a:solidFill>
            <a:srgbClr val="1A1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070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기존 제품들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(AirTag / SmartTag)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분실 후 사후 추적 방식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개당 3~4만원, OS 종속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자동 다중 스캔 불가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98648" y="16916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97480" cy="17922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6070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</a:rPr>
              <a:t>프로토타입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</a:rPr>
              <a:t>(SmartScan Hub)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UHF RFID 자동 다중 스캔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웹 + 챗봇 + 이메일 알림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가족 단위 소지품 관리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33288" y="16916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97480" cy="1792224"/>
          </a:xfrm>
          <a:prstGeom prst="rect">
            <a:avLst/>
          </a:prstGeom>
          <a:solidFill>
            <a:srgbClr val="00C896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6070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상용화 최종 제품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57276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Orange Pi → 원가 50% 절감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월 9,900원 HaaS 구독 모델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캡티브 포털 자동 WiFi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862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작동 OS / 환경 비교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8620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태그 3개 기준  소지품 4개째부터 SmartScan Hub가 저렴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45536"/>
          <a:ext cx="8503920" cy="201168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2148840"/>
                <a:gridCol w="2148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SmartScan Hub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AirTag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SmartTag2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기기 구동 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Armbian Linux (Orange Pi)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전용 U1칩 (OS 없음)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전용 BLE칩 (OS 없음)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사용자 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웹 브라우저 + 카카오톡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iOS/iPadOS 전용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전용 (SmartThings)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스마트폰 제한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(모든 기기 접속)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iPhone 필수 (iOS 14.5+)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Galaxy 권장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스마트폰 없이 작동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 독립 작동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태그 추가 단가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~1,000원 / 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39,000원 / 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39,000~45,000원 / 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들어주셔서 감사합니다.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SmartScan Hub  —  5조  |  IoT 융합 프로젝트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SmartScan Hub — 1차 발표</dc:title>
  <dc:subject>PptxGenJS Presentation</dc:subject>
  <dc:creator>PptxGenJS</dc:creator>
  <cp:lastModifiedBy>PptxGenJS</cp:lastModifiedBy>
  <cp:revision>1</cp:revision>
  <dcterms:created xsi:type="dcterms:W3CDTF">2026-04-12T05:15:43Z</dcterms:created>
  <dcterms:modified xsi:type="dcterms:W3CDTF">2026-04-12T05:15:43Z</dcterms:modified>
</cp:coreProperties>
</file>